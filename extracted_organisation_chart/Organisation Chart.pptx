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D4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1828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SWAN CARE HOME</a:t>
            </a:r>
          </a:p>
          <a:p>
            <a:pPr algn="ctr">
              <a:defRPr sz="1800"/>
            </a:pPr>
            <a:r>
              <a:t>ORGANISATION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914400"/>
            <a:ext cx="2743200" cy="64008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/>
              <a:t>NOMINATED INDIVIDUAL</a:t>
            </a:r>
          </a:p>
          <a:p>
            <a:pPr algn="ctr">
              <a:defRPr sz="1200"/>
            </a:pPr>
            <a:r>
              <a:rPr lang="en-US" dirty="0"/>
              <a:t>Dursha Krishan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743200" cy="64008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REGISTERED MANAGER</a:t>
            </a:r>
          </a:p>
          <a:p>
            <a:pPr algn="ctr">
              <a:defRPr sz="1200"/>
            </a:pPr>
            <a:r>
              <a:t>Vacant / Recruitment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2743200" cy="64008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HOME MANAGER</a:t>
            </a:r>
          </a:p>
          <a:p>
            <a:pPr algn="ctr">
              <a:defRPr sz="1200"/>
            </a:pPr>
            <a:r>
              <a:t>Paula Merry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2926080" cy="91440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/>
              <a:t>DEPUTY MANAGER</a:t>
            </a:r>
          </a:p>
          <a:p>
            <a:pPr algn="ctr">
              <a:defRPr sz="1200"/>
            </a:pPr>
            <a:r>
              <a:rPr dirty="0"/>
              <a:t>Sahil</a:t>
            </a:r>
            <a:br>
              <a:rPr dirty="0"/>
            </a:br>
            <a:r>
              <a:rPr dirty="0"/>
              <a:t>(</a:t>
            </a:r>
            <a:r>
              <a:rPr lang="en-US" dirty="0"/>
              <a:t>Working Towards </a:t>
            </a:r>
            <a:r>
              <a:rPr dirty="0"/>
              <a:t>Level 5 Leadership &amp; Management)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31920"/>
            <a:ext cx="2926080" cy="73152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TEAM LEADER</a:t>
            </a:r>
          </a:p>
          <a:p>
            <a:pPr algn="ctr">
              <a:defRPr sz="1200"/>
            </a:pPr>
            <a:r>
              <a:t>Haritha Sasidharan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31920"/>
            <a:ext cx="2286000" cy="73152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DOMESTIC</a:t>
            </a:r>
          </a:p>
          <a:p>
            <a:pPr algn="ctr">
              <a:defRPr sz="1200"/>
            </a:pPr>
            <a:r>
              <a:t>Carol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486400"/>
            <a:ext cx="2560320" cy="91440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HCA LEADS</a:t>
            </a:r>
          </a:p>
          <a:p>
            <a:pPr algn="ctr">
              <a:defRPr sz="1200"/>
            </a:pPr>
            <a:r>
              <a:t>Abhina</a:t>
            </a:r>
            <a:br/>
            <a:r>
              <a:t>Harry</a:t>
            </a:r>
            <a:br/>
            <a:r>
              <a:t>Firos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486400"/>
            <a:ext cx="3657600" cy="1097280"/>
          </a:xfrm>
          <a:prstGeom prst="roundRect">
            <a:avLst/>
          </a:prstGeom>
          <a:solidFill>
            <a:srgbClr val="B3D4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HEALTH CARE ASSISTANTS</a:t>
            </a:r>
          </a:p>
          <a:p>
            <a:pPr algn="ctr">
              <a:defRPr sz="1200"/>
            </a:pPr>
            <a:r>
              <a:t>Joel</a:t>
            </a:r>
            <a:br/>
            <a:r>
              <a:t>Niranjala</a:t>
            </a:r>
            <a:br/>
            <a:r>
              <a:t>Chelsee</a:t>
            </a:r>
            <a:br/>
            <a:r>
              <a:t>Kathy</a:t>
            </a:r>
            <a:br/>
            <a:r>
              <a:t>Nathan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Dursha Krishan</dc:creator>
  <cp:keywords/>
  <dc:description>generated using python-pptx</dc:description>
  <cp:lastModifiedBy>Dursha Krishan</cp:lastModifiedBy>
  <cp:revision>2</cp:revision>
  <dcterms:created xsi:type="dcterms:W3CDTF">2013-01-27T09:14:16Z</dcterms:created>
  <dcterms:modified xsi:type="dcterms:W3CDTF">2026-06-30T01:44:42Z</dcterms:modified>
  <cp:category/>
</cp:coreProperties>
</file>